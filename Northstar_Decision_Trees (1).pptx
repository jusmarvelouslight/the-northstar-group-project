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Northstar Retail — Support Workflow</a:t>
            </a:r>
            <a:endParaRPr lang="en-US" sz="3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 Diagrams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Status  •  Returns &amp; Refunds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Northstar Sprint — PLP Academy  |  Prepared by Angela Wainaina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188720" cy="73152"/>
          </a:xfrm>
          <a:prstGeom prst="rect">
            <a:avLst/>
          </a:prstGeom>
          <a:solidFill>
            <a:srgbClr val="C97A1A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Status — Decision Tree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support ticket: “Where is my order?”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3400" y="1051560"/>
            <a:ext cx="347472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43400" y="1051560"/>
            <a:ext cx="3474720" cy="5029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asks about order status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783080"/>
            <a:ext cx="3200400" cy="868680"/>
          </a:xfrm>
          <a:prstGeom prst="diamond">
            <a:avLst/>
          </a:prstGeom>
          <a:solidFill>
            <a:srgbClr val="C97A1A"/>
          </a:solidFill>
          <a:ln w="12700">
            <a:solidFill>
              <a:srgbClr val="C97A1A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783080"/>
            <a:ext cx="3200400" cy="8686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matched to an order?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(order # / checkout email / phone)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H="1">
            <a:off x="3448050" y="2317750"/>
            <a:ext cx="1436370" cy="542925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657600" y="237744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2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880360"/>
            <a:ext cx="2560320" cy="594360"/>
          </a:xfrm>
          <a:prstGeom prst="roundRect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880360"/>
            <a:ext cx="256032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to human agent — verify customer identity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651760"/>
            <a:ext cx="0" cy="4572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68670" y="276606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3108960"/>
            <a:ext cx="292608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3108960"/>
            <a:ext cx="292608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 up live order status in system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657600"/>
            <a:ext cx="0" cy="32004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3977640"/>
            <a:ext cx="3200400" cy="868680"/>
          </a:xfrm>
          <a:prstGeom prst="diamond">
            <a:avLst/>
          </a:prstGeom>
          <a:solidFill>
            <a:srgbClr val="C97A1A"/>
          </a:solidFill>
          <a:ln w="12700">
            <a:solidFill>
              <a:srgbClr val="C97A1A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3977640"/>
            <a:ext cx="3200400" cy="8686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current status?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2809875" y="4460240"/>
            <a:ext cx="1807845" cy="771525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081655" y="451993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257800"/>
            <a:ext cx="2788920" cy="777240"/>
          </a:xfrm>
          <a:prstGeom prst="roundRect">
            <a:avLst/>
          </a:prstGeom>
          <a:solidFill>
            <a:srgbClr val="1E7A6C"/>
          </a:solidFill>
          <a:ln w="12700">
            <a:solidFill>
              <a:srgbClr val="1E7A6C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257800"/>
            <a:ext cx="2788920" cy="7772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Auto-reply: order is being processed + expected dispatch 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4846320"/>
            <a:ext cx="0" cy="4114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989320" y="491490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Shipped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6300" y="5257800"/>
            <a:ext cx="2788920" cy="777240"/>
          </a:xfrm>
          <a:prstGeom prst="roundRect">
            <a:avLst/>
          </a:prstGeom>
          <a:solidFill>
            <a:srgbClr val="1E7A6C"/>
          </a:solidFill>
          <a:ln w="12700">
            <a:solidFill>
              <a:srgbClr val="1E7A6C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5257800"/>
            <a:ext cx="2788920" cy="7772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Auto-reply: tracking link + estimated delivery date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43165" y="4466590"/>
            <a:ext cx="1782445" cy="756285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905115" y="446659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2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Disputed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41080" y="5257800"/>
            <a:ext cx="2788920" cy="777240"/>
          </a:xfrm>
          <a:prstGeom prst="roundRect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41080" y="5257800"/>
            <a:ext cx="2788920" cy="7772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Marked delivered but customer disputes — escalate for investigation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355080"/>
            <a:ext cx="256032" cy="201168"/>
          </a:xfrm>
          <a:prstGeom prst="rect">
            <a:avLst/>
          </a:prstGeom>
          <a:solidFill>
            <a:srgbClr val="1B3A5C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300216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06040" y="6355080"/>
            <a:ext cx="256032" cy="201168"/>
          </a:xfrm>
          <a:prstGeom prst="rect">
            <a:avLst/>
          </a:prstGeom>
          <a:solidFill>
            <a:srgbClr val="C97A1A"/>
          </a:solidFill>
          <a:ln w="9525">
            <a:solidFill>
              <a:srgbClr val="C97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6300216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6355080"/>
            <a:ext cx="256032" cy="201168"/>
          </a:xfrm>
          <a:prstGeom prst="rect">
            <a:avLst/>
          </a:prstGeom>
          <a:solidFill>
            <a:srgbClr val="F4F6F8"/>
          </a:solidFill>
          <a:ln w="9525">
            <a:solidFill>
              <a:srgbClr val="C7CC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6300216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6355080"/>
            <a:ext cx="256032" cy="201168"/>
          </a:xfrm>
          <a:prstGeom prst="rect">
            <a:avLst/>
          </a:prstGeom>
          <a:solidFill>
            <a:srgbClr val="1E7A6C"/>
          </a:solidFill>
          <a:ln w="9525">
            <a:solidFill>
              <a:srgbClr val="1E7A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6300216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Auto-resolved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52560" y="6355080"/>
            <a:ext cx="256032" cy="201168"/>
          </a:xfrm>
          <a:prstGeom prst="rect">
            <a:avLst/>
          </a:prstGeom>
          <a:solidFill>
            <a:srgbClr val="B23A2F"/>
          </a:solidFill>
          <a:ln w="9525">
            <a:solidFill>
              <a:srgbClr val="B23A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6300216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to human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&amp; Refunds — Decision Tree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support ticket: request to return an item or get a refund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3400" y="1005840"/>
            <a:ext cx="3474720" cy="45720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43400" y="1005840"/>
            <a:ext cx="3474720" cy="4572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requests a return / refund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26280" y="1645920"/>
            <a:ext cx="3108960" cy="777240"/>
          </a:xfrm>
          <a:prstGeom prst="diamond">
            <a:avLst/>
          </a:prstGeom>
          <a:solidFill>
            <a:srgbClr val="C97A1A"/>
          </a:solidFill>
          <a:ln w="12700">
            <a:solidFill>
              <a:srgbClr val="C97A1A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677670"/>
            <a:ext cx="3108960" cy="7772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Within 7-day return window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(from delivery date)?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H="1">
            <a:off x="2971800" y="2059940"/>
            <a:ext cx="1553210" cy="739775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169285" y="2194560"/>
            <a:ext cx="930275" cy="279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2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514600" cy="594360"/>
          </a:xfrm>
          <a:prstGeom prst="roundRect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468880"/>
            <a:ext cx="251460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eligible — route to human agent for exception review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423160"/>
            <a:ext cx="0" cy="27432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55970" y="2450592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2697480"/>
            <a:ext cx="3108960" cy="777240"/>
          </a:xfrm>
          <a:prstGeom prst="diamond">
            <a:avLst/>
          </a:prstGeom>
          <a:solidFill>
            <a:srgbClr val="C97A1A"/>
          </a:solidFill>
          <a:ln w="12700">
            <a:solidFill>
              <a:srgbClr val="C97A1A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2697480"/>
            <a:ext cx="3108960" cy="7772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damaged, defective, or wrong item sent?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3112770"/>
            <a:ext cx="1463040" cy="36195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955280" y="306324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3520440"/>
            <a:ext cx="265176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38160" y="3520440"/>
            <a:ext cx="265176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 free return — generate pickup / return label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64040" y="4069080"/>
            <a:ext cx="0" cy="3657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38160" y="4434840"/>
            <a:ext cx="2651760" cy="594360"/>
          </a:xfrm>
          <a:prstGeom prst="roundRect">
            <a:avLst/>
          </a:prstGeom>
          <a:solidFill>
            <a:srgbClr val="1E7A6C"/>
          </a:solidFill>
          <a:ln w="12700">
            <a:solidFill>
              <a:srgbClr val="1E7A6C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38160" y="4434840"/>
            <a:ext cx="265176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 or replacement issued once item is received 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3474720"/>
            <a:ext cx="0" cy="32004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855970" y="3533775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7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3794760"/>
            <a:ext cx="3108960" cy="777240"/>
          </a:xfrm>
          <a:prstGeom prst="diamond">
            <a:avLst/>
          </a:prstGeom>
          <a:solidFill>
            <a:srgbClr val="C97A1A"/>
          </a:solidFill>
          <a:ln w="12700">
            <a:solidFill>
              <a:srgbClr val="C97A1A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6280" y="3794760"/>
            <a:ext cx="3108960" cy="7772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unused, tags on,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packaging intact?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H="1">
            <a:off x="3387725" y="4270375"/>
            <a:ext cx="1367155" cy="5765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835400" y="4503293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91640" y="4892040"/>
            <a:ext cx="265176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691640" y="4892040"/>
            <a:ext cx="2651760" cy="5486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 standard return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5440680"/>
            <a:ext cx="0" cy="3657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691640" y="5806440"/>
            <a:ext cx="2651760" cy="594360"/>
          </a:xfrm>
          <a:prstGeom prst="roundRect">
            <a:avLst/>
          </a:prstGeom>
          <a:solidFill>
            <a:srgbClr val="1E7A6C"/>
          </a:solidFill>
          <a:ln w="12700">
            <a:solidFill>
              <a:srgbClr val="1E7A6C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691640" y="5806440"/>
            <a:ext cx="265176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 via original payment method (M-Pesa / card)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4572000"/>
            <a:ext cx="0" cy="32004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855970" y="4644390"/>
            <a:ext cx="822960" cy="2749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2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892040"/>
            <a:ext cx="2651760" cy="777240"/>
          </a:xfrm>
          <a:prstGeom prst="roundRect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4892040"/>
            <a:ext cx="2651760" cy="77724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return denied — offer store credit as goodwill exception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10515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1284</Words>
  <Application>WPS Presentation</Application>
  <PresentationFormat>On-screen Show (16:9)</PresentationFormat>
  <Paragraphs>86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HomePC</cp:lastModifiedBy>
  <cp:revision>2</cp:revision>
  <dcterms:created xsi:type="dcterms:W3CDTF">2026-08-14T16:46:00Z</dcterms:created>
  <dcterms:modified xsi:type="dcterms:W3CDTF">2026-08-14T21:51:51Z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BF110478848B4313AA0D104D162D3A77_12</vt:lpwstr>
  </property>
</Properties>
</file>